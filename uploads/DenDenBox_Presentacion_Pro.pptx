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Den-Den-Box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inteligente para gestión de paquetes en conjuntos residenciales.</a:t>
            </a:r>
          </a:p>
          <a:p>
            <a:r>
              <a:t>Proyecto SENA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Desorganización en la recepción de paquetes.</a:t>
            </a:r>
          </a:p>
          <a:p>
            <a:r>
              <a:t>Pérdida de tiempo y errores en entregas.</a:t>
            </a:r>
          </a:p>
          <a:p>
            <a:r>
              <a:t>Falta de control y trazabilidad.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Den-Den-Box automatiza el registro y control de paquetes.</a:t>
            </a:r>
          </a:p>
          <a:p>
            <a:r>
              <a:t>Mejora la seguridad y la eficiencia.</a:t>
            </a:r>
          </a:p>
          <a:p>
            <a:r>
              <a:t>Interfaz sencilla para administración.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General: Optimizar la gestión de paquetes.</a:t>
            </a:r>
          </a:p>
          <a:p>
            <a:r>
              <a:t>Específicos:</a:t>
            </a:r>
          </a:p>
          <a:p>
            <a:r>
              <a:t>- Registrar paquetes</a:t>
            </a:r>
          </a:p>
          <a:p>
            <a:r>
              <a:t>- Notificar residentes</a:t>
            </a:r>
          </a:p>
          <a:p>
            <a:r>
              <a:t>- Controlar entregas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Registro digital</a:t>
            </a:r>
          </a:p>
          <a:p>
            <a:r>
              <a:t>- Base de datos</a:t>
            </a:r>
          </a:p>
          <a:p>
            <a:r>
              <a:t>- Interfaz web</a:t>
            </a:r>
          </a:p>
          <a:p>
            <a:r>
              <a:t>- Control de usuarios</a:t>
            </a:r>
          </a:p>
          <a:p>
            <a:r>
              <a:t>- Historial de entregas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JS</a:t>
            </a:r>
          </a:p>
          <a:p>
            <a:r>
              <a:t>Backend: PHP</a:t>
            </a:r>
          </a:p>
          <a:p>
            <a:r>
              <a:t>Base de datos: MySQL</a:t>
            </a:r>
          </a:p>
          <a:p>
            <a:r>
              <a:t>Herramientas: GitHub, VS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cliente-servidor.</a:t>
            </a:r>
          </a:p>
          <a:p>
            <a:r>
              <a:t>Base de datos central.</a:t>
            </a:r>
          </a:p>
          <a:p>
            <a:r>
              <a:t>Interfaz web accesible.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Ahorro de tiempo</a:t>
            </a:r>
          </a:p>
          <a:p>
            <a:r>
              <a:t>- Mayor seguridad</a:t>
            </a:r>
          </a:p>
          <a:p>
            <a:r>
              <a:t>- Mejor organización</a:t>
            </a:r>
          </a:p>
          <a:p>
            <a:r>
              <a:t>- Escalabilidad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Mejora en la calidad del servicio residencial.</a:t>
            </a:r>
          </a:p>
          <a:p>
            <a:r>
              <a:t>Reducción de errores humanos.</a:t>
            </a:r>
          </a:p>
          <a:p>
            <a:r>
              <a:t>Innovación tecnológica.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Den-Den-Box es una solución eficiente, moderna y adaptable para conjuntos residenciales.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Presentado por Santiago Rodriguez</a:t>
            </a:r>
          </a:p>
          <a:p>
            <a:r>
              <a:t>SENA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